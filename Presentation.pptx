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8229600" cy="2560320"/>
          </a:xfrm>
          <a:prstGeom prst="rect">
            <a:avLst/>
          </a:prstGeom>
          <a:solidFill>
            <a:srgbClr val="162D4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Queue &amp; Linear Search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Mini Project | Data Structures and Algorithms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3840480" cy="1097280"/>
          </a:xfrm>
          <a:prstGeom prst="rect">
            <a:avLst/>
          </a:prstGeom>
          <a:solidFill>
            <a:srgbClr val="162D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49300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Roll No]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3429000"/>
            <a:ext cx="3840480" cy="1097280"/>
          </a:xfrm>
          <a:prstGeom prst="rect">
            <a:avLst/>
          </a:prstGeom>
          <a:solidFill>
            <a:srgbClr val="162D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349300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with STL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[College Name]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8737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B.Tech Mini Project | DSA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0" y="4873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 project about?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737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B.Tech Mini Project | DSA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73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computerized Library Management System that automates book tracking, issue requests, and searching — replacing slow, error-prone manual registers.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84248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with STL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Console-based application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Beginner-friendly code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8745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984248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tracking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issue handling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8745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984248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DSA in practice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+ Linear Search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mini project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of the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737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B.Tech Mini Project | DSA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73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88720"/>
            <a:ext cx="54864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2618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functional Library Management System in C++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31720"/>
            <a:ext cx="54864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4048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Queue (FIFO) for fair book issue request handling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5478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Linear Search algorithm for book lookup by ID and Name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188720"/>
            <a:ext cx="54864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12618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STL containers: vector&lt;&gt;, queue&lt;&gt;, string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2331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331720"/>
            <a:ext cx="54864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24048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clean menu-driven console interface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3474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474720"/>
            <a:ext cx="54864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360" y="35478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modular, commented, beginner-friendly C++ code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Queue, Linear Search &amp; Vector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737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B.Tech Mini Project | DSA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73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1148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43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🔷  Queue (STL queue&lt;&gt;)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627632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FIFO — First In, First Out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Issue Requests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Operations: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push() — Add request to queue
front() — View next request
pop() — Process request
empty() — Check if empty
</a:t>
            </a:r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Complexity: O(1) per operation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1148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43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🔶  Linear Search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8862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Search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ID &amp; Name Search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Unsorted data (vector)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Complexity: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O(1) | Worst: O(n)
Average: O(n/2) ≈ O(n)
</a:t>
            </a:r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every element until match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Flowchart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application works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737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B.Tech Mini Project | DSA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73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1097280"/>
            <a:ext cx="18288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0" cy="36576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27432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Sample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194560"/>
            <a:ext cx="0" cy="36576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Menu (1-8)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926080"/>
            <a:ext cx="0" cy="36576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3474720" y="3291840"/>
            <a:ext cx="2194560" cy="502920"/>
          </a:xfrm>
          <a:prstGeom prst="diamon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Choice?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794760"/>
            <a:ext cx="0" cy="3200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tailEnd type="open"/>
          </a:ln>
        </p:spPr>
      </p:sp>
      <p:sp>
        <p:nvSpPr>
          <p:cNvPr id="20" name="Shape 18"/>
          <p:cNvSpPr/>
          <p:nvPr/>
        </p:nvSpPr>
        <p:spPr>
          <a:xfrm>
            <a:off x="3200400" y="4114800"/>
            <a:ext cx="274320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Module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337560"/>
            <a:ext cx="150876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2880" y="3337560"/>
            <a:ext cx="15087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Book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[Vector push]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3337560"/>
            <a:ext cx="15087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874520" y="3337560"/>
            <a:ext cx="15087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[Linear Search]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57800" y="3337560"/>
            <a:ext cx="150876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3337560"/>
            <a:ext cx="15087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Issue/Return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[Queue FIFO]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3337560"/>
            <a:ext cx="150876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49440" y="3337560"/>
            <a:ext cx="15087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[Traverse]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0" y="4663440"/>
            <a:ext cx="2194560" cy="411480"/>
          </a:xfrm>
          <a:prstGeom prst="diamon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4663440"/>
            <a:ext cx="21945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== 8?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52160" y="4709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Loop back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0" y="5166360"/>
            <a:ext cx="182880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57600" y="5166360"/>
            <a:ext cx="1828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4480560"/>
            <a:ext cx="0" cy="18288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tailEnd type="open"/>
          </a:ln>
        </p:spPr>
      </p:sp>
      <p:sp>
        <p:nvSpPr>
          <p:cNvPr id="36" name="Shape 34"/>
          <p:cNvSpPr/>
          <p:nvPr/>
        </p:nvSpPr>
        <p:spPr>
          <a:xfrm>
            <a:off x="4572000" y="5074920"/>
            <a:ext cx="0" cy="914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tailEnd type="open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Modules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core features of the application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737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B.Tech Mini Project | DSA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73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188720"/>
            <a:ext cx="20116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 Add New Book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books with ID, Name, Author, Category, Qty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118872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77440" y="1188720"/>
            <a:ext cx="20116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Search Book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Search by Book ID or Book Name (O(n))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20116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 Issue Book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request — push() to issueQueue (FIFO)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88720"/>
            <a:ext cx="20116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 Return Book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quantity &amp; availability (Linear Search)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29260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926080"/>
            <a:ext cx="20116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Display All Books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vector &amp; print formatted book table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77440" y="29260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377440" y="2926080"/>
            <a:ext cx="20116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Display Queue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6888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issue requests in FIFO order using temp queue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29260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2926080"/>
            <a:ext cx="20116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 Book Counter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6344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total unique titles added to system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66560" y="29260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66560" y="2926080"/>
            <a:ext cx="20116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 Exit System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5800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exit from the menu-driven program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&amp; Limitations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and areas for improvement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737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B.Tech Mini Project | DSA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73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420624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Advantages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1581912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819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FIFO Queue ensures fair book issue order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0312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Linear Search works on unsorted data — no pre-sort needed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624328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243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functions — easy to extend and maintain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145536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455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Beginner-friendly code with detailed comments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666744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667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Case-insensitive book name search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187952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187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vector grows automatically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097280"/>
            <a:ext cx="420624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Limitations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1581912"/>
            <a:ext cx="420624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5819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file persistence — data lost on exit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10312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O(n) search — slow for very large datasets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624328"/>
            <a:ext cx="420624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6243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date tracking or fine calculation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145536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1455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user authentication or roles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666744"/>
            <a:ext cx="420624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6667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Single-user application only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4187952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187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GUI interface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097280"/>
          </a:xfrm>
          <a:prstGeom prst="rect">
            <a:avLst/>
          </a:prstGeom>
          <a:solidFill>
            <a:srgbClr val="162D4A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implemented Library Management System using C++ and STL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4206240" cy="1097280"/>
          </a:xfrm>
          <a:prstGeom prst="rect">
            <a:avLst/>
          </a:prstGeom>
          <a:solidFill>
            <a:srgbClr val="162D4A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(FIFO) ensures fair and ordered book issue 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474720"/>
            <a:ext cx="4206240" cy="1097280"/>
          </a:xfrm>
          <a:prstGeom prst="rect">
            <a:avLst/>
          </a:prstGeom>
          <a:solidFill>
            <a:srgbClr val="162D4A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Search enables effective book lookup on unsorted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206240" cy="1097280"/>
          </a:xfrm>
          <a:prstGeom prst="rect">
            <a:avLst/>
          </a:prstGeom>
          <a:solidFill>
            <a:srgbClr val="162D4A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provides dynamic, flexible storage for book 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206240" cy="1097280"/>
          </a:xfrm>
          <a:prstGeom prst="rect">
            <a:avLst/>
          </a:prstGeom>
          <a:solidFill>
            <a:srgbClr val="162D4A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2377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practical DSA application for B.Tech academics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474720"/>
            <a:ext cx="4206240" cy="1097280"/>
          </a:xfrm>
          <a:prstGeom prst="rect">
            <a:avLst/>
          </a:prstGeom>
          <a:solidFill>
            <a:srgbClr val="162D4A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0352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scope: file I/O, Binary Search, database, GUI interface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subject>PptxGenJS Presentation</dc:subject>
  <dc:creator>B.Tech Student</dc:creator>
  <cp:lastModifiedBy>B.Tech Student</cp:lastModifiedBy>
  <cp:revision>1</cp:revision>
  <dcterms:created xsi:type="dcterms:W3CDTF">2026-05-30T06:13:52Z</dcterms:created>
  <dcterms:modified xsi:type="dcterms:W3CDTF">2026-05-30T06:13:52Z</dcterms:modified>
</cp:coreProperties>
</file>